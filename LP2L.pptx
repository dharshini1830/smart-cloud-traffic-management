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4" t="0" r="-4667" b="-4981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43914"/>
            <a:ext cx="18288000" cy="10143086"/>
          </a:xfrm>
          <a:custGeom>
            <a:avLst/>
            <a:gdLst/>
            <a:ahLst/>
            <a:cxnLst/>
            <a:rect r="r" b="b" t="t" l="l"/>
            <a:pathLst>
              <a:path h="10143086" w="18288000">
                <a:moveTo>
                  <a:pt x="0" y="0"/>
                </a:moveTo>
                <a:lnTo>
                  <a:pt x="18288000" y="0"/>
                </a:lnTo>
                <a:lnTo>
                  <a:pt x="18288000" y="10143086"/>
                </a:lnTo>
                <a:lnTo>
                  <a:pt x="0" y="10143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42" t="-717" r="0" b="-510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801"/>
            <a:ext cx="18460290" cy="10228838"/>
          </a:xfrm>
          <a:custGeom>
            <a:avLst/>
            <a:gdLst/>
            <a:ahLst/>
            <a:cxnLst/>
            <a:rect r="r" b="b" t="t" l="l"/>
            <a:pathLst>
              <a:path h="10228838" w="18460290">
                <a:moveTo>
                  <a:pt x="0" y="0"/>
                </a:moveTo>
                <a:lnTo>
                  <a:pt x="18460290" y="0"/>
                </a:lnTo>
                <a:lnTo>
                  <a:pt x="18460290" y="10228838"/>
                </a:lnTo>
                <a:lnTo>
                  <a:pt x="0" y="10228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58" t="0" r="-4158" b="-10081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49" y="0"/>
            <a:ext cx="18267703" cy="10287000"/>
          </a:xfrm>
          <a:custGeom>
            <a:avLst/>
            <a:gdLst/>
            <a:ahLst/>
            <a:cxnLst/>
            <a:rect r="r" b="b" t="t" l="l"/>
            <a:pathLst>
              <a:path h="10287000" w="18267703">
                <a:moveTo>
                  <a:pt x="0" y="0"/>
                </a:moveTo>
                <a:lnTo>
                  <a:pt x="18267702" y="0"/>
                </a:lnTo>
                <a:lnTo>
                  <a:pt x="182677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97" y="0"/>
            <a:ext cx="18267703" cy="10287000"/>
          </a:xfrm>
          <a:custGeom>
            <a:avLst/>
            <a:gdLst/>
            <a:ahLst/>
            <a:cxnLst/>
            <a:rect r="r" b="b" t="t" l="l"/>
            <a:pathLst>
              <a:path h="10287000" w="18267703">
                <a:moveTo>
                  <a:pt x="0" y="0"/>
                </a:moveTo>
                <a:lnTo>
                  <a:pt x="18267703" y="0"/>
                </a:lnTo>
                <a:lnTo>
                  <a:pt x="1826770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9516" y="0"/>
            <a:ext cx="15213996" cy="10287000"/>
          </a:xfrm>
          <a:custGeom>
            <a:avLst/>
            <a:gdLst/>
            <a:ahLst/>
            <a:cxnLst/>
            <a:rect r="r" b="b" t="t" l="l"/>
            <a:pathLst>
              <a:path h="10287000" w="15213996">
                <a:moveTo>
                  <a:pt x="0" y="0"/>
                </a:moveTo>
                <a:lnTo>
                  <a:pt x="15213996" y="0"/>
                </a:lnTo>
                <a:lnTo>
                  <a:pt x="152139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" t="0" r="-711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1300" y="0"/>
            <a:ext cx="15946203" cy="10517875"/>
          </a:xfrm>
          <a:custGeom>
            <a:avLst/>
            <a:gdLst/>
            <a:ahLst/>
            <a:cxnLst/>
            <a:rect r="r" b="b" t="t" l="l"/>
            <a:pathLst>
              <a:path h="10517875" w="15946203">
                <a:moveTo>
                  <a:pt x="0" y="0"/>
                </a:moveTo>
                <a:lnTo>
                  <a:pt x="15946203" y="0"/>
                </a:lnTo>
                <a:lnTo>
                  <a:pt x="15946203" y="10517875"/>
                </a:lnTo>
                <a:lnTo>
                  <a:pt x="0" y="10517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36" r="0" b="-536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49" y="0"/>
            <a:ext cx="18267703" cy="10287000"/>
          </a:xfrm>
          <a:custGeom>
            <a:avLst/>
            <a:gdLst/>
            <a:ahLst/>
            <a:cxnLst/>
            <a:rect r="r" b="b" t="t" l="l"/>
            <a:pathLst>
              <a:path h="10287000" w="18267703">
                <a:moveTo>
                  <a:pt x="0" y="0"/>
                </a:moveTo>
                <a:lnTo>
                  <a:pt x="18267702" y="0"/>
                </a:lnTo>
                <a:lnTo>
                  <a:pt x="182677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DAHYJoNnEPg</dc:identifier>
  <dcterms:modified xsi:type="dcterms:W3CDTF">2011-08-01T06:04:30Z</dcterms:modified>
  <cp:revision>1</cp:revision>
</cp:coreProperties>
</file>